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6"/>
  </p:normalViewPr>
  <p:slideViewPr>
    <p:cSldViewPr snapToGrid="0">
      <p:cViewPr varScale="1">
        <p:scale>
          <a:sx n="115" d="100"/>
          <a:sy n="115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5A1DC12-E134-4753-9EAD-6302E4C9F32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Rでの解析の流れ</a:t>
            </a:r>
          </a:p>
        </p:txBody>
      </p:sp>
      <p:pic>
        <p:nvPicPr>
          <p:cNvPr id="6" name="図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2711" y="1352550"/>
            <a:ext cx="7335078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0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B3ABB1C-2A8C-487E-AEF6-660876BD98F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因子得点と因子負荷量</a:t>
            </a:r>
          </a:p>
        </p:txBody>
      </p:sp>
      <p:pic>
        <p:nvPicPr>
          <p:cNvPr id="6" name="図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86025" y="1428750"/>
            <a:ext cx="62674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63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36A375D-FFF0-403E-8D4C-9281E3A5747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因子負荷量の棒グラフ</a:t>
            </a:r>
          </a:p>
        </p:txBody>
      </p:sp>
      <p:pic>
        <p:nvPicPr>
          <p:cNvPr id="7" name="図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1564821"/>
            <a:ext cx="4762500" cy="3061607"/>
          </a:xfrm>
          <a:prstGeom prst="rect">
            <a:avLst/>
          </a:prstGeom>
        </p:spPr>
      </p:pic>
      <p:pic>
        <p:nvPicPr>
          <p:cNvPr id="8" name="図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72250" y="1564821"/>
            <a:ext cx="4762500" cy="306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02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4954C4C-6A7A-46B5-8192-506FE1302EA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(1/2)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ECC94E4-8F68-43C9-B2D9-EC40C9292A93}"/>
              </a:ext>
            </a:extLst>
          </p:cNvPr>
          <p:cNvSpPr>
            <a:spLocks noGrp="1"/>
          </p:cNvSpPr>
          <p:nvPr/>
        </p:nvSpPr>
        <p:spPr>
          <a:xfrm>
            <a:off x="628650" y="914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D6B73"/>
                </a:solidFill>
              </a:defRPr>
            </a:pPr>
            <a:r>
              <a:rPr sz="1350" dirty="0">
                <a:solidFill>
                  <a:srgbClr val="5D6B73"/>
                </a:solidFill>
              </a:rPr>
              <a:t>Class13_rp18-12A_</a:t>
            </a:r>
            <a:r>
              <a:rPr lang="en-US" sz="1350" dirty="0">
                <a:solidFill>
                  <a:srgbClr val="5D6B73"/>
                </a:solidFill>
              </a:rPr>
              <a:t>02</a:t>
            </a:r>
            <a:r>
              <a:rPr sz="1350" dirty="0">
                <a:solidFill>
                  <a:srgbClr val="5D6B73"/>
                </a:solidFill>
              </a:rPr>
              <a:t>.R</a:t>
            </a: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0FD4B28F-5C5C-4A4B-B1EA-4BA54DB1CBF6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4762500"/>
          </a:xfrm>
          <a:prstGeom prst="roundRect">
            <a:avLst>
              <a:gd name="adj" fmla="val 1600"/>
            </a:avLst>
          </a:prstGeom>
          <a:solidFill>
            <a:srgbClr val="F8F7F2"/>
          </a:solidFill>
          <a:ln w="9525">
            <a:solidFill>
              <a:srgbClr val="D7E1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C140282-08D0-48C8-BC9A-76144A52401F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10629900" cy="434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1  setwd("/Users/kakigoori/Desktop/data/13")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2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3  dir.create("./answers/plots_pdf", recursive=TRUE, showWarnings=FALSE)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4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5  jyuku &lt;- read.table("./gakusyuujyuku.csv", header=T, sep=",")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7  jyuku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8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9  head(jyuku)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10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11  jyuku_fact &lt;- factanal(jyuku[,-1], factors=2, scores="regression", rotation="varimax")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12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13  str(jyuku_fact)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14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15  jyuku_fact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17  jyuku_fact$loadings[,1:2]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18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19  apply(jyuku_fact$loadings, 1, function(x){1-sum(x^2)})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20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21  jyuku_fact$scores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22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23  pdf("./answers/plots_pdf/18-12A_jyuku_biplot.pdf", width=8.5, height=6.2)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24  biplot(jyuku_fact$scores, jyuku_fact$loadings, xlabs=jyuku[,1])</a:t>
            </a:r>
          </a:p>
        </p:txBody>
      </p:sp>
    </p:spTree>
    <p:extLst>
      <p:ext uri="{BB962C8B-B14F-4D97-AF65-F5344CB8AC3E}">
        <p14:creationId xmlns:p14="http://schemas.microsoft.com/office/powerpoint/2010/main" val="902694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0B1C60-FD45-4816-82D0-D80EB25FA86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(2/2)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C4B09A5-7DA5-46B0-AD0B-39ED2A23DE39}"/>
              </a:ext>
            </a:extLst>
          </p:cNvPr>
          <p:cNvSpPr>
            <a:spLocks noGrp="1"/>
          </p:cNvSpPr>
          <p:nvPr/>
        </p:nvSpPr>
        <p:spPr>
          <a:xfrm>
            <a:off x="628650" y="914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D6B73"/>
                </a:solidFill>
              </a:defRPr>
            </a:pPr>
            <a:r>
              <a:rPr sz="1350" dirty="0">
                <a:solidFill>
                  <a:srgbClr val="5D6B73"/>
                </a:solidFill>
              </a:rPr>
              <a:t>Class13_rp18-12A_</a:t>
            </a:r>
            <a:r>
              <a:rPr lang="en-US" sz="1350" dirty="0">
                <a:solidFill>
                  <a:srgbClr val="5D6B73"/>
                </a:solidFill>
              </a:rPr>
              <a:t>02</a:t>
            </a:r>
            <a:r>
              <a:rPr sz="1350" dirty="0">
                <a:solidFill>
                  <a:srgbClr val="5D6B73"/>
                </a:solidFill>
              </a:rPr>
              <a:t>.R</a:t>
            </a: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3B78C3DF-E82C-4AD4-ADDA-06BA06D0B2DF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87100" cy="4762500"/>
          </a:xfrm>
          <a:prstGeom prst="roundRect">
            <a:avLst>
              <a:gd name="adj" fmla="val 1600"/>
            </a:avLst>
          </a:prstGeom>
          <a:solidFill>
            <a:srgbClr val="F8F7F2"/>
          </a:solidFill>
          <a:ln w="9525">
            <a:solidFill>
              <a:srgbClr val="D7E1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D001DCE-9232-43C3-9A90-514BCA26DD60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10629900" cy="434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25  dev.off()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26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27  pdf("./answers/plots_pdf/18-12A_jyuku_factor1_bar.pdf", width=8, height=5.2)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28  barplot(jyuku_fact$loadings[,1], cex.names=0.8, las=2, ylim=c(-0.3,1.1))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29  abline(h=0, col="gray50")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30  dev.off()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31  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32  pdf("./answers/plots_pdf/18-12A_jyuku_factor2_bar.pdf", width=8, height=5.2)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33  barplot(jyuku_fact$loadings[,2], cex.names=0.8, las=2, ylim=c(-0.3,1.1))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34  abline(h=0, col="gray50")</a:t>
            </a:r>
          </a:p>
          <a:p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35  dev.off()</a:t>
            </a:r>
          </a:p>
        </p:txBody>
      </p:sp>
    </p:spTree>
    <p:extLst>
      <p:ext uri="{BB962C8B-B14F-4D97-AF65-F5344CB8AC3E}">
        <p14:creationId xmlns:p14="http://schemas.microsoft.com/office/powerpoint/2010/main" val="10188180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Microsoft Macintosh PowerPoint</Application>
  <DocSecurity>0</DocSecurity>
  <PresentationFormat>ワイド画面</PresentationFormat>
  <Paragraphs>42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7" baseType="lpstr"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26Y1AP02：岩下_熊本</cp:lastModifiedBy>
  <cp:revision>1</cp:revision>
  <dcterms:created xsi:type="dcterms:W3CDTF">2026-06-24T02:12:20Z</dcterms:created>
  <dcterms:modified xsi:type="dcterms:W3CDTF">2026-06-24T02:26:02Z</dcterms:modified>
</cp:coreProperties>
</file>