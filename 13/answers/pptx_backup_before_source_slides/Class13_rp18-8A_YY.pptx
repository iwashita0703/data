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9AD37C7-9E23-43DB-9A9F-54E1A4A7D8D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2711" y="1352550"/>
            <a:ext cx="7335078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52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DA7E5D-E06D-45FB-A9C9-1D964DF3FBC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915205"/>
            <a:ext cx="3524250" cy="2265589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33875" y="1915205"/>
            <a:ext cx="3524250" cy="2265589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43875" y="1915205"/>
            <a:ext cx="3524250" cy="226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416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DocSecurity>0</DocSecurity>
  <PresentationFormat>ワイド画面</PresentationFormat>
  <Paragraphs>2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26Y1AP02：岩下_熊本</cp:lastModifiedBy>
  <cp:revision>3</cp:revision>
  <dcterms:created xsi:type="dcterms:W3CDTF">2026-06-24T02:06:16Z</dcterms:created>
  <dcterms:modified xsi:type="dcterms:W3CDTF">2026-06-24T02:08:02Z</dcterms:modified>
</cp:coreProperties>
</file>