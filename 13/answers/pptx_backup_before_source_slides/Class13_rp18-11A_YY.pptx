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5972C77-D6CD-4A1E-B48D-7E2BB717CF5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A9D8F"/>
                </a:solidFill>
              </a:defRPr>
            </a:pPr>
            <a:r>
              <a:rPr sz="1350" b="1">
                <a:solidFill>
                  <a:srgbClr val="2A9D8F"/>
                </a:solidFill>
              </a:rPr>
              <a:t>18-11A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98E9C7-3B40-440B-8AB7-0D17A92DF735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904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3343B"/>
                </a:solidFill>
              </a:defRPr>
            </a:pPr>
            <a:r>
              <a:rPr sz="4050" b="1">
                <a:solidFill>
                  <a:srgbClr val="13343B"/>
                </a:solidFill>
              </a:rPr>
              <a:t>例2: 就職先で重視することの因子分析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38DB64A-0AA2-48C8-A999-93002559E33F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5D6B73"/>
                </a:solidFill>
              </a:defRPr>
            </a:pPr>
            <a:r>
              <a:rPr sz="1650">
                <a:solidFill>
                  <a:srgbClr val="5D6B73"/>
                </a:solidFill>
              </a:rPr>
              <a:t>syusyoku_jyuuyou.csvを使い、重視項目の背後にある3因子を確認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DC0F629-D546-4DD4-93B1-AD04CE5C4AFF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28575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818057-03F1-424B-9ED7-798F95A0DACB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85725" cy="108585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F30918B-1973-44DD-B371-44E3703215BD}"/>
              </a:ext>
            </a:extLst>
          </p:cNvPr>
          <p:cNvSpPr>
            <a:spLocks noGrp="1"/>
          </p:cNvSpPr>
          <p:nvPr/>
        </p:nvSpPr>
        <p:spPr>
          <a:xfrm>
            <a:off x="895350" y="3190875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Data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A693AB-BA16-48FA-9DD8-20C6288A989A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syusyoku_jyuuyou.csv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7E059C0B-036A-488E-AD8D-4DCAEB03A40A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28575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CC9BFD-C84E-4C7B-99E8-3BB96998E0A5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85725" cy="1085850"/>
          </a:xfrm>
          <a:prstGeom prst="rect">
            <a:avLst/>
          </a:prstGeom>
          <a:solidFill>
            <a:srgbClr val="E9C46A"/>
          </a:solidFill>
          <a:ln w="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D4A011-E60D-49F5-BB60-FFE74ED20576}"/>
              </a:ext>
            </a:extLst>
          </p:cNvPr>
          <p:cNvSpPr>
            <a:spLocks noGrp="1"/>
          </p:cNvSpPr>
          <p:nvPr/>
        </p:nvSpPr>
        <p:spPr>
          <a:xfrm>
            <a:off x="4038600" y="3190875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Factors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05A48F1-9875-4E7E-BAC1-1D96E0A2213D}"/>
              </a:ext>
            </a:extLst>
          </p:cNvPr>
          <p:cNvSpPr>
            <a:spLocks noGrp="1"/>
          </p:cNvSpPr>
          <p:nvPr/>
        </p:nvSpPr>
        <p:spPr>
          <a:xfrm>
            <a:off x="4038600" y="34861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3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7DBF9A81-3764-49EC-962D-810852E0A99B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28575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41106D-BED3-45D9-BDBE-D496C975BF31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85725" cy="1085850"/>
          </a:xfrm>
          <a:prstGeom prst="rect">
            <a:avLst/>
          </a:prstGeom>
          <a:solidFill>
            <a:srgbClr val="E76F51"/>
          </a:solidFill>
          <a:ln w="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973800D-6001-451F-9963-B567F711C13C}"/>
              </a:ext>
            </a:extLst>
          </p:cNvPr>
          <p:cNvSpPr>
            <a:spLocks noGrp="1"/>
          </p:cNvSpPr>
          <p:nvPr/>
        </p:nvSpPr>
        <p:spPr>
          <a:xfrm>
            <a:off x="7181850" y="3190875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D6B73"/>
                </a:solidFill>
              </a:defRPr>
            </a:pPr>
            <a:r>
              <a:rPr sz="1200" b="1">
                <a:solidFill>
                  <a:srgbClr val="5D6B73"/>
                </a:solidFill>
              </a:rPr>
              <a:t>Rotation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CAEBCEC-4E74-4299-9F81-ECC13A0A0C36}"/>
              </a:ext>
            </a:extLst>
          </p:cNvPr>
          <p:cNvSpPr>
            <a:spLocks noGrp="1"/>
          </p:cNvSpPr>
          <p:nvPr/>
        </p:nvSpPr>
        <p:spPr>
          <a:xfrm>
            <a:off x="7181850" y="34861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3343B"/>
                </a:solidFill>
              </a:defRPr>
            </a:pPr>
            <a:r>
              <a:rPr sz="1800" b="1">
                <a:solidFill>
                  <a:srgbClr val="13343B"/>
                </a:solidFill>
              </a:rPr>
              <a:t>varimax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AD7BB16-F92C-4480-A410-4C7E7BC123D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9334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・Factor1は新人教育・専門性・留学進学が大きく、能力成長志向と解釈できる</a:t>
            </a:r>
          </a:p>
          <a:p>
            <a:pPr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・Factor2は有名・伝統が大きく、安定・ブランド志向と解釈できる</a:t>
            </a:r>
          </a:p>
          <a:p>
            <a:pPr>
              <a:defRPr sz="1650">
                <a:solidFill>
                  <a:srgbClr val="24313A"/>
                </a:solidFill>
              </a:defRPr>
            </a:pPr>
            <a:r>
              <a:rPr sz="1650">
                <a:solidFill>
                  <a:srgbClr val="24313A"/>
                </a:solidFill>
              </a:rPr>
              <a:t>・Factor3は若手・伸びそうが大きく、若手活躍・将来性志向と解釈できる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2C23533-431E-4760-AACC-5EF002F9006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18-11A | factor analysis by R factanal()</a:t>
            </a:r>
          </a:p>
        </p:txBody>
      </p:sp>
    </p:spTree>
    <p:extLst>
      <p:ext uri="{BB962C8B-B14F-4D97-AF65-F5344CB8AC3E}">
        <p14:creationId xmlns:p14="http://schemas.microsoft.com/office/powerpoint/2010/main" val="129384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3E67D8-04BE-49B7-9354-E7312C4673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92CA86-0733-46A3-B7E5-7FAC8819BC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6025" y="1428750"/>
            <a:ext cx="62674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4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E67F55-6EAC-4F56-BA34-AD02570FAA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15205"/>
            <a:ext cx="3524250" cy="2265589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915205"/>
            <a:ext cx="3524250" cy="2265589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43875" y="1915205"/>
            <a:ext cx="3524250" cy="226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Macintosh PowerPoint</Application>
  <DocSecurity>0</DocSecurity>
  <PresentationFormat>ワイド画面</PresentationFormat>
  <Paragraphs>16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2026-06-24T01:48:38Z</dcterms:created>
  <dcterms:modified xsi:type="dcterms:W3CDTF">2026-06-24T02:09:17Z</dcterms:modified>
</cp:coreProperties>
</file>