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4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A1DC12-E134-4753-9EAD-6302E4C9F32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2711" y="1352550"/>
            <a:ext cx="7335078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B3ABB1C-2A8C-487E-AEF6-660876BD98F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6025" y="1428750"/>
            <a:ext cx="626745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6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36A375D-FFF0-403E-8D4C-9281E3A574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7750" y="1564821"/>
            <a:ext cx="4762500" cy="3061607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72250" y="1564821"/>
            <a:ext cx="4762500" cy="30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020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DocSecurity>0</DocSecurity>
  <PresentationFormat>ワイド画面</PresentationFormat>
  <Paragraphs>3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26Y1AP02：岩下_熊本</cp:lastModifiedBy>
  <cp:revision>1</cp:revision>
  <dcterms:created xsi:type="dcterms:W3CDTF">2026-06-24T01:48:38Z</dcterms:created>
  <dcterms:modified xsi:type="dcterms:W3CDTF">2026-06-24T02:09:51Z</dcterms:modified>
</cp:coreProperties>
</file>