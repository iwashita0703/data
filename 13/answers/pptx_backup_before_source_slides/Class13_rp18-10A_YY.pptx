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3"/>
  </p:normalViewPr>
  <p:slideViewPr>
    <p:cSldViewPr snapToGrid="0">
      <p:cViewPr varScale="1">
        <p:scale>
          <a:sx n="115" d="100"/>
          <a:sy n="115" d="100"/>
        </p:scale>
        <p:origin x="49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70E64C6-C39D-4569-A90D-63F1F45DE986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000" b="1">
                <a:solidFill>
                  <a:srgbClr val="13343B"/>
                </a:solidFill>
              </a:defRPr>
            </a:pPr>
            <a:r>
              <a:rPr sz="3000" b="1">
                <a:solidFill>
                  <a:srgbClr val="13343B"/>
                </a:solidFill>
              </a:rPr>
              <a:t>Rでの解析の流れ</a:t>
            </a:r>
          </a:p>
        </p:txBody>
      </p:sp>
      <p:pic>
        <p:nvPicPr>
          <p:cNvPr id="7" name="図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142711" y="1352550"/>
            <a:ext cx="7335078" cy="468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747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767AFD0-29B3-4A60-A15C-A6A969211F96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000" b="1">
                <a:solidFill>
                  <a:srgbClr val="13343B"/>
                </a:solidFill>
              </a:defRPr>
            </a:pPr>
            <a:r>
              <a:rPr sz="3000" b="1">
                <a:solidFill>
                  <a:srgbClr val="13343B"/>
                </a:solidFill>
              </a:rPr>
              <a:t>因子得点と因子負荷量</a:t>
            </a:r>
          </a:p>
        </p:txBody>
      </p:sp>
      <p:pic>
        <p:nvPicPr>
          <p:cNvPr id="9" name="図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81000" y="1850571"/>
            <a:ext cx="3619500" cy="2585357"/>
          </a:xfrm>
          <a:prstGeom prst="rect">
            <a:avLst/>
          </a:prstGeom>
        </p:spPr>
      </p:pic>
      <p:pic>
        <p:nvPicPr>
          <p:cNvPr id="10" name="図 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286250" y="1850571"/>
            <a:ext cx="3619500" cy="2585357"/>
          </a:xfrm>
          <a:prstGeom prst="rect">
            <a:avLst/>
          </a:prstGeom>
        </p:spPr>
      </p:pic>
      <p:pic>
        <p:nvPicPr>
          <p:cNvPr id="11" name="図 10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191500" y="1850571"/>
            <a:ext cx="3619500" cy="2585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594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E66D3F1-CA6C-4EBF-A7D5-31291E7B94BF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000" b="1">
                <a:solidFill>
                  <a:srgbClr val="13343B"/>
                </a:solidFill>
              </a:defRPr>
            </a:pPr>
            <a:r>
              <a:rPr sz="3000" b="1">
                <a:solidFill>
                  <a:srgbClr val="13343B"/>
                </a:solidFill>
              </a:rPr>
              <a:t>因子負荷量の棒グラフ</a:t>
            </a:r>
          </a:p>
        </p:txBody>
      </p:sp>
      <p:pic>
        <p:nvPicPr>
          <p:cNvPr id="9" name="図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52500" y="1564821"/>
            <a:ext cx="4762500" cy="3061607"/>
          </a:xfrm>
          <a:prstGeom prst="rect">
            <a:avLst/>
          </a:prstGeom>
        </p:spPr>
      </p:pic>
      <p:pic>
        <p:nvPicPr>
          <p:cNvPr id="10" name="図 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477000" y="1564821"/>
            <a:ext cx="4762500" cy="3061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0086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Macintosh PowerPoint</Application>
  <DocSecurity>0</DocSecurity>
  <PresentationFormat>ワイド画面</PresentationFormat>
  <Paragraphs>3</Paragraphs>
  <Slides>3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5" baseType="lpstr">
      <vt:lpstr>Calibri</vt:lpstr>
      <vt:lpstr>ChatGPT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26Y1AP02：岩下_熊本</cp:lastModifiedBy>
  <cp:revision>1</cp:revision>
  <dcterms:created xsi:type="dcterms:W3CDTF">2026-06-24T01:48:38Z</dcterms:created>
  <dcterms:modified xsi:type="dcterms:W3CDTF">2026-06-24T02:08:38Z</dcterms:modified>
</cp:coreProperties>
</file>