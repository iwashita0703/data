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9AD37C7-9E23-43DB-9A9F-54E1A4A7D8D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Rでの解析の流れ</a:t>
            </a:r>
          </a:p>
        </p:txBody>
      </p:sp>
      <p:pic>
        <p:nvPicPr>
          <p:cNvPr id="6" name="図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2711" y="1352550"/>
            <a:ext cx="7335078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252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3DA7E5D-E06D-45FB-A9C9-1D964DF3FBC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因子負荷量の棒グラフ</a:t>
            </a:r>
          </a:p>
        </p:txBody>
      </p:sp>
      <p:pic>
        <p:nvPicPr>
          <p:cNvPr id="8" name="図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915205"/>
            <a:ext cx="3524250" cy="2265589"/>
          </a:xfrm>
          <a:prstGeom prst="rect">
            <a:avLst/>
          </a:prstGeom>
        </p:spPr>
      </p:pic>
      <p:pic>
        <p:nvPicPr>
          <p:cNvPr id="9" name="図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33875" y="1915205"/>
            <a:ext cx="3524250" cy="2265589"/>
          </a:xfrm>
          <a:prstGeom prst="rect">
            <a:avLst/>
          </a:prstGeom>
        </p:spPr>
      </p:pic>
      <p:pic>
        <p:nvPicPr>
          <p:cNvPr id="10" name="図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43875" y="1915205"/>
            <a:ext cx="3524250" cy="226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41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8291481-6472-4056-8B70-86D15A34ADF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(1/2)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15F00EE-6D20-45B5-A56C-63C592D85BF1}"/>
              </a:ext>
            </a:extLst>
          </p:cNvPr>
          <p:cNvSpPr>
            <a:spLocks noGrp="1"/>
          </p:cNvSpPr>
          <p:nvPr/>
        </p:nvSpPr>
        <p:spPr>
          <a:xfrm>
            <a:off x="628650" y="914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D6B73"/>
                </a:solidFill>
              </a:defRPr>
            </a:pPr>
            <a:r>
              <a:rPr sz="1350">
                <a:solidFill>
                  <a:srgbClr val="5D6B73"/>
                </a:solidFill>
              </a:rPr>
              <a:t>Class13_rp18-8A_</a:t>
            </a:r>
            <a:r>
              <a:rPr lang="en-US" sz="1350">
                <a:solidFill>
                  <a:srgbClr val="5D6B73"/>
                </a:solidFill>
              </a:rPr>
              <a:t>02</a:t>
            </a:r>
            <a:r>
              <a:rPr sz="1350">
                <a:solidFill>
                  <a:srgbClr val="5D6B73"/>
                </a:solidFill>
              </a:rPr>
              <a:t>.R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2F39024F-6130-4294-B4AA-663CF43224AB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4762500"/>
          </a:xfrm>
          <a:prstGeom prst="roundRect">
            <a:avLst>
              <a:gd name="adj" fmla="val 1600"/>
            </a:avLst>
          </a:prstGeom>
          <a:solidFill>
            <a:srgbClr val="F8F7F2"/>
          </a:solidFill>
          <a:ln w="9525">
            <a:solidFill>
              <a:srgbClr val="D7E1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59F1E33-5553-40A8-84AD-2D098320FF74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10629900" cy="434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1  setwd("/Users/kakigoori/Desktop/data/13")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3  dir.create("./answers/plots_pdf", recursive=TRUE, showWarnings=FALSE)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4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5  seiseki &lt;- read.table("./seiseki_zenkikouki.csv", header=T, sep=",")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7  seiseki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8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9  head(seiseki, 5)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10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11  seiseki_fact &lt;- factanal(seiseki[,3:12], factors=3)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13  seiseki_fact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14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15  names(seiseki_fact)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17  seiseki_fact &lt;- factanal(seiseki[,3:12], factors=3, scores="Bartlett")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18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19  names(seiseki_fact)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20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21  head(seiseki_fact$scores, 5)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23  tail(seiseki_fact$scores, 5)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24  </a:t>
            </a:r>
          </a:p>
        </p:txBody>
      </p:sp>
    </p:spTree>
    <p:extLst>
      <p:ext uri="{BB962C8B-B14F-4D97-AF65-F5344CB8AC3E}">
        <p14:creationId xmlns:p14="http://schemas.microsoft.com/office/powerpoint/2010/main" val="464523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4968DD7-8EAD-40F6-8078-DFCAC9ECF9F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(2/2)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120D6D7-0D23-418B-B935-FB16B29E2C12}"/>
              </a:ext>
            </a:extLst>
          </p:cNvPr>
          <p:cNvSpPr>
            <a:spLocks noGrp="1"/>
          </p:cNvSpPr>
          <p:nvPr/>
        </p:nvSpPr>
        <p:spPr>
          <a:xfrm>
            <a:off x="628650" y="914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D6B73"/>
                </a:solidFill>
              </a:defRPr>
            </a:pPr>
            <a:r>
              <a:rPr sz="1350" dirty="0">
                <a:solidFill>
                  <a:srgbClr val="5D6B73"/>
                </a:solidFill>
              </a:rPr>
              <a:t>Class13_rp18-8A_</a:t>
            </a:r>
            <a:r>
              <a:rPr lang="en-US" sz="1350" dirty="0">
                <a:solidFill>
                  <a:srgbClr val="5D6B73"/>
                </a:solidFill>
              </a:rPr>
              <a:t>02</a:t>
            </a:r>
            <a:r>
              <a:rPr sz="1350" dirty="0">
                <a:solidFill>
                  <a:srgbClr val="5D6B73"/>
                </a:solidFill>
              </a:rPr>
              <a:t>.R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78355143-1C17-4F26-B77A-250FB81C7CA7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4762500"/>
          </a:xfrm>
          <a:prstGeom prst="roundRect">
            <a:avLst>
              <a:gd name="adj" fmla="val 1600"/>
            </a:avLst>
          </a:prstGeom>
          <a:solidFill>
            <a:srgbClr val="F8F7F2"/>
          </a:solidFill>
          <a:ln w="9525">
            <a:solidFill>
              <a:srgbClr val="D7E1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62B364-D70E-4FC5-82C0-B15501A908DA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10629900" cy="434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25  seiseki_fact$loadings[,1:3]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27  pdf("./answers/plots_pdf/18-8A_seiseki_factor1_bar.pdf",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28  barplot(seiseki_fact$loadings[,1], cex.names=0.8, las=2, ylim=c(-0.3,1))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29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30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31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32  pdf("./answers/plots_pdf/18-8A_seiseki_factor2_bar.pdf",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33  barplot(seiseki_fact$loadings[,2], cex.names=0.8, las=2, ylim=c(-0.3,1))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34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35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37  pdf("./answers/plots_pdf/18-8A_seiseki_factor3_bar.pdf",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38  barplot(seiseki_fact$loadings[,3], cex.names=0.8, las=2, ylim=c(-0.3,1))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39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40  dev.off()</a:t>
            </a:r>
          </a:p>
        </p:txBody>
      </p:sp>
    </p:spTree>
    <p:extLst>
      <p:ext uri="{BB962C8B-B14F-4D97-AF65-F5344CB8AC3E}">
        <p14:creationId xmlns:p14="http://schemas.microsoft.com/office/powerpoint/2010/main" val="12733717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Macintosh PowerPoint</Application>
  <DocSecurity>0</DocSecurity>
  <PresentationFormat>ワイド画面</PresentationFormat>
  <Paragraphs>46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6" baseType="lpstr"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26Y1AP02：岩下_熊本</cp:lastModifiedBy>
  <cp:revision>1</cp:revision>
  <dcterms:created xsi:type="dcterms:W3CDTF">2026-06-24T02:12:14Z</dcterms:created>
  <dcterms:modified xsi:type="dcterms:W3CDTF">2026-06-24T02:26:19Z</dcterms:modified>
</cp:coreProperties>
</file>