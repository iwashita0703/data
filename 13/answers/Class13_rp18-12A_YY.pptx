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ba7030c90442b9" /><Relationship Type="http://schemas.openxmlformats.org/officeDocument/2006/relationships/extended-properties" Target="/docProps/app.xml" Id="Rf723caf273544ac4" /><Relationship Type="http://schemas.openxmlformats.org/officeDocument/2006/relationships/officeDocument" Target="/ppt/presentation.xml" Id="R9640077d541740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ca375e3604e10"/>
  </p:sldMasterIdLst>
  <p:notesMasterIdLst>
    <p:notesMasterId xmlns:r="http://schemas.openxmlformats.org/officeDocument/2006/relationships" r:id="R86061ab57d8a4ffd"/>
  </p:notesMasterIdLst>
  <p:sldIdLst>
    <p:sldId xmlns:r="http://schemas.openxmlformats.org/officeDocument/2006/relationships" id="256" r:id="R70025c9fa4ef4d54"/>
    <p:sldId xmlns:r="http://schemas.openxmlformats.org/officeDocument/2006/relationships" id="257" r:id="R3f77370720d24c29"/>
    <p:sldId xmlns:r="http://schemas.openxmlformats.org/officeDocument/2006/relationships" id="258" r:id="Rdb682fd0b5c64415"/>
    <p:sldId xmlns:r="http://schemas.openxmlformats.org/officeDocument/2006/relationships" id="259" r:id="R6e22cbd56d3d4a94"/>
    <p:sldId xmlns:r="http://schemas.openxmlformats.org/officeDocument/2006/relationships" id="260" r:id="Rf3099a555a944d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d8e28627e34eeb" /><Relationship Type="http://schemas.openxmlformats.org/officeDocument/2006/relationships/slideMaster" Target="/ppt/slideMasters/slideMaster1.xml" Id="R21bca375e3604e10" /><Relationship Type="http://schemas.openxmlformats.org/officeDocument/2006/relationships/notesMaster" Target="/ppt/notesMasters/notesMaster1.xml" Id="R86061ab57d8a4ffd" /><Relationship Type="http://schemas.openxmlformats.org/officeDocument/2006/relationships/presProps" Target="/ppt/presProps.xml" Id="Rd9e5e18f32ba4928" /><Relationship Type="http://schemas.openxmlformats.org/officeDocument/2006/relationships/tableStyles" Target="/ppt/tableStyles.xml" Id="Raf1069b04da642d2" /><Relationship Type="http://schemas.openxmlformats.org/officeDocument/2006/relationships/slide" Target="/ppt/slides/slide1.xml" Id="R70025c9fa4ef4d54" /><Relationship Type="http://schemas.openxmlformats.org/officeDocument/2006/relationships/slide" Target="/ppt/slides/slide2.xml" Id="R3f77370720d24c29" /><Relationship Type="http://schemas.openxmlformats.org/officeDocument/2006/relationships/slide" Target="/ppt/slides/slide3.xml" Id="Rdb682fd0b5c64415" /><Relationship Type="http://schemas.openxmlformats.org/officeDocument/2006/relationships/slide" Target="/ppt/slides/slide4.xml" Id="R6e22cbd56d3d4a94" /><Relationship Type="http://schemas.openxmlformats.org/officeDocument/2006/relationships/slide" Target="/ppt/slides/slide5.xml" Id="Rf3099a555a94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3f9566923b4d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c9f06d117542c5" /><Relationship Type="http://schemas.openxmlformats.org/officeDocument/2006/relationships/notesMaster" Target="/ppt/notesMasters/notesMaster1.xml" Id="Rec33cd7b59a3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2e35bd399648d5" /><Relationship Type="http://schemas.openxmlformats.org/officeDocument/2006/relationships/notesMaster" Target="/ppt/notesMasters/notesMaster1.xml" Id="R7398430e1a1e42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680a4dc204474e" /><Relationship Type="http://schemas.openxmlformats.org/officeDocument/2006/relationships/notesMaster" Target="/ppt/notesMasters/notesMaster1.xml" Id="R00bd5b50b6fa43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090993f77d4201" /><Relationship Type="http://schemas.openxmlformats.org/officeDocument/2006/relationships/notesMaster" Target="/ppt/notesMasters/notesMaster1.xml" Id="R6dd19f0efbb044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ddbc9e7d7c4522" /><Relationship Type="http://schemas.openxmlformats.org/officeDocument/2006/relationships/notesMaster" Target="/ppt/notesMasters/notesMaster1.xml" Id="R2b43e046f3a344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b1751fbf0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5fb28bff9475c" /><Relationship Type="http://schemas.openxmlformats.org/officeDocument/2006/relationships/slideLayout" Target="/ppt/slideLayouts/slideLayout1.xml" Id="R1244be44061149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44be44061149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68b87b33b4b40" /><Relationship Type="http://schemas.openxmlformats.org/officeDocument/2006/relationships/image" Target="/ppt/media/image.png" Id="R0f0cf1f30883416c" /><Relationship Type="http://schemas.openxmlformats.org/officeDocument/2006/relationships/notesSlide" Target="/ppt/notesSlides/notesSlide1.xml" Id="Rf5edd77f527140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6d11a6c0a4c79" /><Relationship Type="http://schemas.openxmlformats.org/officeDocument/2006/relationships/image" Target="/ppt/media/image2.png" Id="R7eac2e187a284d08" /><Relationship Type="http://schemas.openxmlformats.org/officeDocument/2006/relationships/notesSlide" Target="/ppt/notesSlides/notesSlide2.xml" Id="Rcc57925b7fd140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1d21de40d4948" /><Relationship Type="http://schemas.openxmlformats.org/officeDocument/2006/relationships/image" Target="/ppt/media/image3.png" Id="R160b88e1bf0d4572" /><Relationship Type="http://schemas.openxmlformats.org/officeDocument/2006/relationships/image" Target="/ppt/media/image4.png" Id="Rd0c43aa5ee2a4dc1" /><Relationship Type="http://schemas.openxmlformats.org/officeDocument/2006/relationships/notesSlide" Target="/ppt/notesSlides/notesSlide3.xml" Id="R2eaf9e15d4fe40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716a50c78452b" /><Relationship Type="http://schemas.openxmlformats.org/officeDocument/2006/relationships/notesSlide" Target="/ppt/notesSlides/notesSlide4.xml" Id="R8daad252108c48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279b5c55049db" /><Relationship Type="http://schemas.openxmlformats.org/officeDocument/2006/relationships/notesSlide" Target="/ppt/notesSlides/notesSlide5.xml" Id="R6e53b7b41c3a46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5A1DC12-E134-4753-9EAD-6302E4C9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6" name="図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cf1f30883416c"/>
          <a:stretch xmlns:a="http://schemas.openxmlformats.org/drawingml/2006/main"/>
        </p:blipFill>
        <p:spPr>
          <a:xfrm xmlns:a="http://schemas.openxmlformats.org/drawingml/2006/main">
            <a:off x="2142711" y="1352550"/>
            <a:ext cx="7335078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0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2B3ABB1C-2A8C-487E-AEF6-660876BD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6" name="図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c2e187a284d08"/>
          <a:stretch xmlns:a="http://schemas.openxmlformats.org/drawingml/2006/main"/>
        </p:blipFill>
        <p:spPr>
          <a:xfrm xmlns:a="http://schemas.openxmlformats.org/drawingml/2006/main">
            <a:off x="2486025" y="1428750"/>
            <a:ext cx="626745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3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36A375D-FFF0-403E-8D4C-9281E3A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7" name="図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b88e1bf0d4572"/>
          <a:stretch xmlns:a="http://schemas.openxmlformats.org/drawingml/2006/main"/>
        </p:blipFill>
        <p:spPr>
          <a:xfrm xmlns:a="http://schemas.openxmlformats.org/drawingml/2006/main">
            <a:off x="1047750" y="1564821"/>
            <a:ext cx="4762500" cy="3061607"/>
          </a:xfrm>
          <a:prstGeom xmlns:a="http://schemas.openxmlformats.org/drawingml/2006/main" prst="rect">
            <a:avLst/>
          </a:prstGeom>
        </p:spPr>
      </p:pic>
      <p:pic>
        <p:nvPicPr>
          <p:cNvPr id="8" name="図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43aa5ee2a4dc1"/>
          <a:stretch xmlns:a="http://schemas.openxmlformats.org/drawingml/2006/main"/>
        </p:blipFill>
        <p:spPr>
          <a:xfrm xmlns:a="http://schemas.openxmlformats.org/drawingml/2006/main">
            <a:off x="6572250" y="1564821"/>
            <a:ext cx="4762500" cy="30616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02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54C4C-6A7A-46B5-8192-506FE130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(1/2)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C94E4-8F68-43C9-B2D9-EC40C929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Class13_rp18-12A_YY.R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4B28F-5C5C-4A4B-B1EA-4BA54DB1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40282-08D0-48C8-BC9A-76144A52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1  setwd("/Users/kakigoori/Desktop/data/13")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3  dir.create("./answers/plots_pdf", recursive=TRUE, showWarnings=FALSE)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4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5  jyuku &lt;- read.table("./gakusyuujyuku.csv", header=T, sep=",")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7  jyuku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9  head(jyuku)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11  jyuku_fact &lt;- factanal(jyuku[,-1], factors=2, scores="regression", rotation="varimax")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13  str(jyuku_fact)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14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15  jyuku_fact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17  jyuku_fact$loadings[,1:2]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19  apply(jyuku_fact$loadings, 1, function(x){1-sum(x^2)})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21  jyuku_fact$scores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23  pdf("./answers/plots_pdf/18-12A_jyuku_biplot.pdf", width=8.5, height=6.2)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24  biplot(jyuku_fact$scores, jyuku_fact$loadings, xlabs=jyuku[,1])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62E7B-AADF-41C4-B2E3-DC5281AF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18-12A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902694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0B1C60-FD45-4816-82D0-D80EB25F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(2/2)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B09A5-7DA5-46B0-AD0B-39ED2A23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Class13_rp18-12A_YY.R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8C3DF-E82C-4AD4-ADDA-06BA06D0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01DCE-9232-43C3-9A90-514BCA26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25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27  pdf("./answers/plots_pdf/18-12A_jyuku_factor1_bar.pdf",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28  barplot(jyuku_fact$loadings[,1], cex.names=0.8, las=2, ylim=c(-0.3,1.1))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29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30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31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32  pdf("./answers/plots_pdf/18-12A_jyuku_factor2_bar.pdf",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33  barplot(jyuku_fact$loadings[,2], cex.names=0.8, las=2, ylim=c(-0.3,1.1))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34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35  dev.off()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C7C50-4726-4DF1-8536-5D567862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18-12A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1018818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2026-06-24T02:12:20.8020000Z</dcterms:created>
  <dcterms:modified xsi:type="dcterms:W3CDTF">2026-06-24T02:12:20.8020000Z</dcterms:modified>
</coreProperties>
</file>