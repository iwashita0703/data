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6353e8a89d42fb" /><Relationship Type="http://schemas.openxmlformats.org/officeDocument/2006/relationships/extended-properties" Target="/docProps/app.xml" Id="R3c0fa12f6b294fbf" /><Relationship Type="http://schemas.openxmlformats.org/officeDocument/2006/relationships/officeDocument" Target="/ppt/presentation.xml" Id="R4601611fb9634c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1c4a656d0b46b4"/>
  </p:sldMasterIdLst>
  <p:notesMasterIdLst>
    <p:notesMasterId xmlns:r="http://schemas.openxmlformats.org/officeDocument/2006/relationships" r:id="R0ce77bbd69a0418d"/>
  </p:notesMasterIdLst>
  <p:sldIdLst>
    <p:sldId xmlns:r="http://schemas.openxmlformats.org/officeDocument/2006/relationships" id="256" r:id="Ra6788e87aa724c87"/>
    <p:sldId xmlns:r="http://schemas.openxmlformats.org/officeDocument/2006/relationships" id="257" r:id="R9bdc5f66e0584f60"/>
    <p:sldId xmlns:r="http://schemas.openxmlformats.org/officeDocument/2006/relationships" id="258" r:id="R5408636f6b7343ff"/>
    <p:sldId xmlns:r="http://schemas.openxmlformats.org/officeDocument/2006/relationships" id="259" r:id="R29d503e7328d45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6c593180d047c4" /><Relationship Type="http://schemas.openxmlformats.org/officeDocument/2006/relationships/slideMaster" Target="/ppt/slideMasters/slideMaster1.xml" Id="Ra51c4a656d0b46b4" /><Relationship Type="http://schemas.openxmlformats.org/officeDocument/2006/relationships/notesMaster" Target="/ppt/notesMasters/notesMaster1.xml" Id="R0ce77bbd69a0418d" /><Relationship Type="http://schemas.openxmlformats.org/officeDocument/2006/relationships/presProps" Target="/ppt/presProps.xml" Id="Rf73869b2551446cd" /><Relationship Type="http://schemas.openxmlformats.org/officeDocument/2006/relationships/tableStyles" Target="/ppt/tableStyles.xml" Id="R195e9ececc844c52" /><Relationship Type="http://schemas.openxmlformats.org/officeDocument/2006/relationships/slide" Target="/ppt/slides/slide1.xml" Id="Ra6788e87aa724c87" /><Relationship Type="http://schemas.openxmlformats.org/officeDocument/2006/relationships/slide" Target="/ppt/slides/slide2.xml" Id="R9bdc5f66e0584f60" /><Relationship Type="http://schemas.openxmlformats.org/officeDocument/2006/relationships/slide" Target="/ppt/slides/slide3.xml" Id="R5408636f6b7343ff" /><Relationship Type="http://schemas.openxmlformats.org/officeDocument/2006/relationships/slide" Target="/ppt/slides/slide4.xml" Id="R29d503e7328d45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99133c52bd4e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949d999e3d4122" /><Relationship Type="http://schemas.openxmlformats.org/officeDocument/2006/relationships/notesMaster" Target="/ppt/notesMasters/notesMaster1.xml" Id="R87dbc478894245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78d2c254994917" /><Relationship Type="http://schemas.openxmlformats.org/officeDocument/2006/relationships/notesMaster" Target="/ppt/notesMasters/notesMaster1.xml" Id="R1971045f160e41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d55fcc3c0843b2" /><Relationship Type="http://schemas.openxmlformats.org/officeDocument/2006/relationships/notesMaster" Target="/ppt/notesMasters/notesMaster1.xml" Id="R822f3118ac724b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0717c863014ac7" /><Relationship Type="http://schemas.openxmlformats.org/officeDocument/2006/relationships/notesMaster" Target="/ppt/notesMasters/notesMaster1.xml" Id="R31c316cc65e345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9ccbe634849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7f44bd1cef44e9" /><Relationship Type="http://schemas.openxmlformats.org/officeDocument/2006/relationships/slideLayout" Target="/ppt/slideLayouts/slideLayout1.xml" Id="R98a6e94f4ad34b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a6e94f4ad34b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c2256178d4a3a" /><Relationship Type="http://schemas.openxmlformats.org/officeDocument/2006/relationships/image" Target="/ppt/media/image.png" Id="Rfdf512b59d994354" /><Relationship Type="http://schemas.openxmlformats.org/officeDocument/2006/relationships/notesSlide" Target="/ppt/notesSlides/notesSlide1.xml" Id="R9b78361f1d0b4a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7fd3ce75c465d" /><Relationship Type="http://schemas.openxmlformats.org/officeDocument/2006/relationships/image" Target="/ppt/media/image2.png" Id="Ra1073e6e572547cf" /><Relationship Type="http://schemas.openxmlformats.org/officeDocument/2006/relationships/image" Target="/ppt/media/image3.png" Id="Rcf0b98ec324e44b6" /><Relationship Type="http://schemas.openxmlformats.org/officeDocument/2006/relationships/image" Target="/ppt/media/image4.png" Id="R5d4f78131140497c" /><Relationship Type="http://schemas.openxmlformats.org/officeDocument/2006/relationships/notesSlide" Target="/ppt/notesSlides/notesSlide2.xml" Id="R7c8a46685fe74f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3e241006b48c0" /><Relationship Type="http://schemas.openxmlformats.org/officeDocument/2006/relationships/notesSlide" Target="/ppt/notesSlides/notesSlide3.xml" Id="Rca293e26286d48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a2e15c4ff418b" /><Relationship Type="http://schemas.openxmlformats.org/officeDocument/2006/relationships/notesSlide" Target="/ppt/notesSlides/notesSlide4.xml" Id="R1396cb1b8faa42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99AD37C7-9E23-43DB-9A9F-54E1A4A7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Rでの解析の流れ</a:t>
            </a:r>
          </a:p>
        </p:txBody>
      </p:sp>
      <p:pic>
        <p:nvPicPr>
          <p:cNvPr id="6" name="図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512b59d994354"/>
          <a:stretch xmlns:a="http://schemas.openxmlformats.org/drawingml/2006/main"/>
        </p:blipFill>
        <p:spPr>
          <a:xfrm xmlns:a="http://schemas.openxmlformats.org/drawingml/2006/main">
            <a:off x="2142711" y="1352550"/>
            <a:ext cx="7335078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2527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63DA7E5D-E06D-45FB-A9C9-1D964DF3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因子負荷量の棒グラフ</a:t>
            </a:r>
          </a:p>
        </p:txBody>
      </p:sp>
      <p:pic>
        <p:nvPicPr>
          <p:cNvPr id="8" name="図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73e6e572547cf"/>
          <a:stretch xmlns:a="http://schemas.openxmlformats.org/drawingml/2006/main"/>
        </p:blipFill>
        <p:spPr>
          <a:xfrm xmlns:a="http://schemas.openxmlformats.org/drawingml/2006/main">
            <a:off x="523875" y="1915205"/>
            <a:ext cx="3524250" cy="2265589"/>
          </a:xfrm>
          <a:prstGeom xmlns:a="http://schemas.openxmlformats.org/drawingml/2006/main" prst="rect">
            <a:avLst/>
          </a:prstGeom>
        </p:spPr>
      </p:pic>
      <p:pic>
        <p:nvPicPr>
          <p:cNvPr id="9" name="図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b98ec324e44b6"/>
          <a:stretch xmlns:a="http://schemas.openxmlformats.org/drawingml/2006/main"/>
        </p:blipFill>
        <p:spPr>
          <a:xfrm xmlns:a="http://schemas.openxmlformats.org/drawingml/2006/main">
            <a:off x="4333875" y="1915205"/>
            <a:ext cx="3524250" cy="2265589"/>
          </a:xfrm>
          <a:prstGeom xmlns:a="http://schemas.openxmlformats.org/drawingml/2006/main" prst="rect">
            <a:avLst/>
          </a:prstGeom>
        </p:spPr>
      </p:pic>
      <p:pic>
        <p:nvPicPr>
          <p:cNvPr id="10" name="図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f78131140497c"/>
          <a:stretch xmlns:a="http://schemas.openxmlformats.org/drawingml/2006/main"/>
        </p:blipFill>
        <p:spPr>
          <a:xfrm xmlns:a="http://schemas.openxmlformats.org/drawingml/2006/main">
            <a:off x="8143875" y="1915205"/>
            <a:ext cx="3524250" cy="22655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9416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291481-6472-4056-8B70-86D15A34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(1/2)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F00EE-6D20-45B5-A56C-63C592D8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3"/>
                </a:solidFill>
              </a:defRPr>
            </a:pPr>
            <a:r>
              <a:rPr sz="1350">
                <a:solidFill>
                  <a:srgbClr val="5D6B73"/>
                </a:solidFill>
              </a:rPr>
              <a:t>Class13_rp18-8A_YY.R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9024F-6130-4294-B4AA-663CF432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F1E33-5553-40A8-84AD-2D098320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06299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1  setwd("/Users/kakigoori/Desktop/data/13")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2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3  dir.create("./answers/plots_pdf", recursive=TRUE, showWarnings=FALSE)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4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5  seiseki &lt;- read.table("./seiseki_zenkikouki.csv", header=T, sep=",")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6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7  seiseki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8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9  head(seiseki, 5)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10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11  seiseki_fact &lt;- factanal(seiseki[,3:12], factors=3)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12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13  seiseki_fact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14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15  names(seiseki_fact)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16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17  seiseki_fact &lt;- factanal(seiseki[,3:12], factors=3, scores="Bartlett")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18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19  names(seiseki_fact)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20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21  head(seiseki_fact$scores, 5)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22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23  tail(seiseki_fact$scores, 5)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24 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E0361-DDCC-43C7-9DAA-92A5620A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78E"/>
                </a:solidFill>
              </a:defRPr>
            </a:pPr>
            <a:r>
              <a:rPr sz="825">
                <a:solidFill>
                  <a:srgbClr val="7C878E"/>
                </a:solidFill>
              </a:rPr>
              <a:t>18-8A | source code</a:t>
            </a:r>
          </a:p>
        </p:txBody>
      </p:sp>
    </p:spTree>
    <p:extLst>
      <p:ext uri="{BB962C8B-B14F-4D97-AF65-F5344CB8AC3E}">
        <p14:creationId xmlns:p14="http://schemas.microsoft.com/office/powerpoint/2010/main" val="4645237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968DD7-8EAD-40F6-8078-DFCAC9EC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(2/2)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0D6D7-0D23-418B-B935-FB16B29E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3"/>
                </a:solidFill>
              </a:defRPr>
            </a:pPr>
            <a:r>
              <a:rPr sz="1350">
                <a:solidFill>
                  <a:srgbClr val="5D6B73"/>
                </a:solidFill>
              </a:rPr>
              <a:t>Class13_rp18-8A_YY.R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55143-1C17-4F26-B77A-250FB81C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2B364-D70E-4FC5-82C0-B15501A9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06299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25  seiseki_fact$loadings[,1:3]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26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27  pdf("./answers/plots_pdf/18-8A_seiseki_factor1_bar.pdf", width=8, height=5.2)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28  barplot(seiseki_fact$loadings[,1], cex.names=0.8, las=2, ylim=c(-0.3,1))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29  abline(h=0, col="gray50")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30  dev.off()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31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32  pdf("./answers/plots_pdf/18-8A_seiseki_factor2_bar.pdf", width=8, height=5.2)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33  barplot(seiseki_fact$loadings[,2], cex.names=0.8, las=2, ylim=c(-0.3,1))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34  abline(h=0, col="gray50")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35  dev.off()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36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37  pdf("./answers/plots_pdf/18-8A_seiseki_factor3_bar.pdf", width=8, height=5.2)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38  barplot(seiseki_fact$loadings[,3], cex.names=0.8, las=2, ylim=c(-0.3,1))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39  abline(h=0, col="gray50")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40  dev.off()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48156-3275-4D51-9AA4-0D77B519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78E"/>
                </a:solidFill>
              </a:defRPr>
            </a:pPr>
            <a:r>
              <a:rPr sz="825">
                <a:solidFill>
                  <a:srgbClr val="7C878E"/>
                </a:solidFill>
              </a:rPr>
              <a:t>18-8A | source code</a:t>
            </a:r>
          </a:p>
        </p:txBody>
      </p:sp>
    </p:spTree>
    <p:extLst>
      <p:ext uri="{BB962C8B-B14F-4D97-AF65-F5344CB8AC3E}">
        <p14:creationId xmlns:p14="http://schemas.microsoft.com/office/powerpoint/2010/main" val="12733717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2026-06-24T02:12:14.3200000Z</dcterms:created>
  <dcterms:modified xsi:type="dcterms:W3CDTF">2026-06-24T02:12:14.3210000Z</dcterms:modified>
</coreProperties>
</file>