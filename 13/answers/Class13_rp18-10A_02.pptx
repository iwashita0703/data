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6"/>
  </p:normalViewPr>
  <p:slideViewPr>
    <p:cSldViewPr snapToGrid="0">
      <p:cViewPr varScale="1">
        <p:scale>
          <a:sx n="115" d="100"/>
          <a:sy n="115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70E64C6-C39D-4569-A90D-63F1F45DE98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Rでの解析の流れ</a:t>
            </a:r>
          </a:p>
        </p:txBody>
      </p:sp>
      <p:pic>
        <p:nvPicPr>
          <p:cNvPr id="6" name="図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2711" y="1352550"/>
            <a:ext cx="7335078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4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767AFD0-29B3-4A60-A15C-A6A969211F9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因子得点と因子負荷量</a:t>
            </a:r>
          </a:p>
        </p:txBody>
      </p:sp>
      <p:pic>
        <p:nvPicPr>
          <p:cNvPr id="8" name="図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1850571"/>
            <a:ext cx="3619500" cy="2585357"/>
          </a:xfrm>
          <a:prstGeom prst="rect">
            <a:avLst/>
          </a:prstGeom>
        </p:spPr>
      </p:pic>
      <p:pic>
        <p:nvPicPr>
          <p:cNvPr id="9" name="図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6250" y="1850571"/>
            <a:ext cx="3619500" cy="2585357"/>
          </a:xfrm>
          <a:prstGeom prst="rect">
            <a:avLst/>
          </a:prstGeom>
        </p:spPr>
      </p:pic>
      <p:pic>
        <p:nvPicPr>
          <p:cNvPr id="10" name="図 1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91500" y="1850571"/>
            <a:ext cx="3619500" cy="258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94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E66D3F1-CA6C-4EBF-A7D5-31291E7B94B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因子負荷量の棒グラフ</a:t>
            </a:r>
          </a:p>
        </p:txBody>
      </p:sp>
      <p:pic>
        <p:nvPicPr>
          <p:cNvPr id="7" name="図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" y="1564821"/>
            <a:ext cx="4762500" cy="3061607"/>
          </a:xfrm>
          <a:prstGeom prst="rect">
            <a:avLst/>
          </a:prstGeom>
        </p:spPr>
      </p:pic>
      <p:pic>
        <p:nvPicPr>
          <p:cNvPr id="8" name="図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77000" y="1564821"/>
            <a:ext cx="4762500" cy="306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00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976C238-5F0E-4D3B-A737-45094C1E7B9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(1/3)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D378BAA-6D3C-4C0B-BE7D-695527BA35E0}"/>
              </a:ext>
            </a:extLst>
          </p:cNvPr>
          <p:cNvSpPr>
            <a:spLocks noGrp="1"/>
          </p:cNvSpPr>
          <p:nvPr/>
        </p:nvSpPr>
        <p:spPr>
          <a:xfrm>
            <a:off x="628650" y="914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D6B73"/>
                </a:solidFill>
              </a:defRPr>
            </a:pPr>
            <a:r>
              <a:rPr sz="1350" dirty="0">
                <a:solidFill>
                  <a:srgbClr val="5D6B73"/>
                </a:solidFill>
              </a:rPr>
              <a:t>Class13_rp18-10A_</a:t>
            </a:r>
            <a:r>
              <a:rPr lang="en-US" sz="1350" dirty="0">
                <a:solidFill>
                  <a:srgbClr val="5D6B73"/>
                </a:solidFill>
              </a:rPr>
              <a:t>02</a:t>
            </a:r>
            <a:r>
              <a:rPr sz="1350" dirty="0">
                <a:solidFill>
                  <a:srgbClr val="5D6B73"/>
                </a:solidFill>
              </a:rPr>
              <a:t>.R</a:t>
            </a: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3E111FD1-BC2B-4CEC-81DA-9955B3394E31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4762500"/>
          </a:xfrm>
          <a:prstGeom prst="roundRect">
            <a:avLst>
              <a:gd name="adj" fmla="val 1600"/>
            </a:avLst>
          </a:prstGeom>
          <a:solidFill>
            <a:srgbClr val="F8F7F2"/>
          </a:solidFill>
          <a:ln w="9525">
            <a:solidFill>
              <a:srgbClr val="D7E1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FA6C348-21EF-4ADC-91DC-C3C587F627C8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10629900" cy="434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1  setwd("/Users/kakigoori/Desktop/data/13")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2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3  dir.create("./answers/plots_pdf", recursive=TRUE, showWarnings=FALSE)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4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5  gokamoku &lt;- read.table("./seiseki_gokamoku.csv", header=T, sep=",")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6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7  gokamoku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8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9  head(gokamoku)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10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11  gokamoku_fact &lt;- factanal(gokamoku[,-1], factors=2, scores="regression", rotation="none")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12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13  str(gokamoku_fact)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14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15  gokamoku_fact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16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17  gokamoku_fact$loadings[1,]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18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19  gokamoku_fact$loadings[1,]^2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20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21  1 - sum(gokamoku_fact$loadings[1,]^2)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22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23  apply(gokamoku_fact$loadings, 1, function(x){1-sum(x^2)})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24  </a:t>
            </a:r>
          </a:p>
        </p:txBody>
      </p:sp>
    </p:spTree>
    <p:extLst>
      <p:ext uri="{BB962C8B-B14F-4D97-AF65-F5344CB8AC3E}">
        <p14:creationId xmlns:p14="http://schemas.microsoft.com/office/powerpoint/2010/main" val="2138650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C8D67F6-0D3E-4390-9AC7-9C9FFF6CC96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(2/3)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1D0D427-2644-4ADD-ADAE-CA5F90C8F9E7}"/>
              </a:ext>
            </a:extLst>
          </p:cNvPr>
          <p:cNvSpPr>
            <a:spLocks noGrp="1"/>
          </p:cNvSpPr>
          <p:nvPr/>
        </p:nvSpPr>
        <p:spPr>
          <a:xfrm>
            <a:off x="628650" y="914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D6B73"/>
                </a:solidFill>
              </a:defRPr>
            </a:pPr>
            <a:r>
              <a:rPr sz="1350" dirty="0">
                <a:solidFill>
                  <a:srgbClr val="5D6B73"/>
                </a:solidFill>
              </a:rPr>
              <a:t>Class13_rp18-10A_</a:t>
            </a:r>
            <a:r>
              <a:rPr lang="en-US" sz="1350" dirty="0">
                <a:solidFill>
                  <a:srgbClr val="5D6B73"/>
                </a:solidFill>
              </a:rPr>
              <a:t>02</a:t>
            </a:r>
            <a:r>
              <a:rPr sz="1350" dirty="0">
                <a:solidFill>
                  <a:srgbClr val="5D6B73"/>
                </a:solidFill>
              </a:rPr>
              <a:t>.R</a:t>
            </a: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9AFD7342-CA4E-4C46-BA4E-CA5F553E1843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4762500"/>
          </a:xfrm>
          <a:prstGeom prst="roundRect">
            <a:avLst>
              <a:gd name="adj" fmla="val 1600"/>
            </a:avLst>
          </a:prstGeom>
          <a:solidFill>
            <a:srgbClr val="F8F7F2"/>
          </a:solidFill>
          <a:ln w="9525">
            <a:solidFill>
              <a:srgbClr val="D7E1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DC60AB6-75F3-4C9E-BF57-E9766246BB06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10629900" cy="434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25  gokamoku_fact$scores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26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27  pdf("./answers/plots_pdf/18-10A_gokamoku_none_biplot.pdf", width=8.5, height=6.2)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28  biplot(gokamoku_fact$scores, gokamoku_fact$loadings, xlabs=gokamoku[,1])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29  dev.off()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30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31  pdf("./answers/plots_pdf/18-10A_gokamoku_none_factor1_bar.pdf", width=8, height=5.2)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32  barplot(gokamoku_fact$loadings[,1], cex.names=0.8, las=2, ylim=c(0,1))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33  abline(h=0, col="gray50")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34  dev.off()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35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36  pdf("./answers/plots_pdf/18-10A_gokamoku_none_factor2_bar.pdf", width=8, height=5.2)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37  barplot(gokamoku_fact$loadings[,2], cex.names=0.8, las=2, ylim=c(-0.8,0.8))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38  abline(h=0, col="gray50")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39  dev.off()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40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41  gokamoku_fact &lt;- factanal(gokamoku[,-1], factors=2, scores="regression", rotation="promax")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42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43  pdf("./answers/plots_pdf/18-10A_gokamoku_promax_biplot.pdf", width=8.5, height=6.2)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44  biplot(gokamoku_fact$scores, gokamoku_fact$loadings, xlabs=gokamoku[,1])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45  dev.off()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46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47  pdf("./answers/plots_pdf/18-10A_gokamoku_promax_factor1_bar.pdf", width=8, height=5.2)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48  barplot(gokamoku_fact$loadings[,1], cex.names=0.8, las=2, ylim=c(-0.3,1.2))</a:t>
            </a:r>
          </a:p>
        </p:txBody>
      </p:sp>
    </p:spTree>
    <p:extLst>
      <p:ext uri="{BB962C8B-B14F-4D97-AF65-F5344CB8AC3E}">
        <p14:creationId xmlns:p14="http://schemas.microsoft.com/office/powerpoint/2010/main" val="930268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410B5AD-27DE-4608-8798-493BF79F4FD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(3/3)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C182323-0109-4E59-93D3-A4FD756ACF9C}"/>
              </a:ext>
            </a:extLst>
          </p:cNvPr>
          <p:cNvSpPr>
            <a:spLocks noGrp="1"/>
          </p:cNvSpPr>
          <p:nvPr/>
        </p:nvSpPr>
        <p:spPr>
          <a:xfrm>
            <a:off x="628650" y="914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D6B73"/>
                </a:solidFill>
              </a:defRPr>
            </a:pPr>
            <a:r>
              <a:rPr sz="1350" dirty="0">
                <a:solidFill>
                  <a:srgbClr val="5D6B73"/>
                </a:solidFill>
              </a:rPr>
              <a:t>Class13_rp18-10A_</a:t>
            </a:r>
            <a:r>
              <a:rPr lang="en-US" sz="1350" dirty="0">
                <a:solidFill>
                  <a:srgbClr val="5D6B73"/>
                </a:solidFill>
              </a:rPr>
              <a:t>02</a:t>
            </a:r>
            <a:r>
              <a:rPr sz="1350" dirty="0">
                <a:solidFill>
                  <a:srgbClr val="5D6B73"/>
                </a:solidFill>
              </a:rPr>
              <a:t>.R</a:t>
            </a: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134B7D2D-93A2-48B3-A82E-B23056F6657A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4762500"/>
          </a:xfrm>
          <a:prstGeom prst="roundRect">
            <a:avLst>
              <a:gd name="adj" fmla="val 1600"/>
            </a:avLst>
          </a:prstGeom>
          <a:solidFill>
            <a:srgbClr val="F8F7F2"/>
          </a:solidFill>
          <a:ln w="9525">
            <a:solidFill>
              <a:srgbClr val="D7E1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D56031B-82BA-42B9-862B-03CDCC81584F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10629900" cy="434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49  abline(h=0, col="gray50")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50  dev.off()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51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52  pdf("./answers/plots_pdf/18-10A_gokamoku_promax_factor2_bar.pdf", width=8, height=5.2)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53  barplot(gokamoku_fact$loadings[,2], cex.names=0.8, las=2, ylim=c(-0.3,1.2))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54  abline(h=0, col="gray50")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55  dev.off()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56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57  gokamoku_fact &lt;- factanal(gokamoku[,-1], factors=2, scores="regression", rotation="varimax")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58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59  pdf("./answers/plots_pdf/18-10A_gokamoku_varimax_biplot.pdf", width=8.5, height=6.2)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60  biplot(gokamoku_fact$scores, gokamoku_fact$loadings, xlabs=gokamoku[,1])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61  dev.off()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62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63  pdf("./answers/plots_pdf/18-10A_gokamoku_varimax_factor1_bar.pdf", width=8, height=5.2)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64  barplot(gokamoku_fact$loadings[,1], cex.names=0.8, las=2, ylim=c(-0.3,1.2))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65  abline(h=0, col="gray50")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66  dev.off()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67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68  pdf("./answers/plots_pdf/18-10A_gokamoku_varimax_factor2_bar.pdf", width=8, height=5.2)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69  barplot(gokamoku_fact$loadings[,2], cex.names=0.8, las=2, ylim=c(-0.3,1.2))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70  abline(h=0, col="gray50")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71  dev.off()</a:t>
            </a:r>
          </a:p>
        </p:txBody>
      </p:sp>
    </p:spTree>
    <p:extLst>
      <p:ext uri="{BB962C8B-B14F-4D97-AF65-F5344CB8AC3E}">
        <p14:creationId xmlns:p14="http://schemas.microsoft.com/office/powerpoint/2010/main" val="12626321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871</Words>
  <Application>Microsoft Macintosh PowerPoint</Application>
  <DocSecurity>0</DocSecurity>
  <PresentationFormat>ワイド画面</PresentationFormat>
  <Paragraphs>80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8" baseType="lpstr"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26Y1AP02：岩下_熊本</cp:lastModifiedBy>
  <cp:revision>1</cp:revision>
  <dcterms:created xsi:type="dcterms:W3CDTF">2026-06-24T02:12:16Z</dcterms:created>
  <dcterms:modified xsi:type="dcterms:W3CDTF">2026-06-24T02:25:07Z</dcterms:modified>
</cp:coreProperties>
</file>