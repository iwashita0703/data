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31"/>
  </p:normalViewPr>
  <p:slideViewPr>
    <p:cSldViewPr snapToGrid="0">
      <p:cViewPr>
        <p:scale>
          <a:sx n="68" d="100"/>
          <a:sy n="68" d="100"/>
        </p:scale>
        <p:origin x="1096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D17C75-906A-EA3C-965E-377E6E07C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3381F8-82E0-0B81-5594-8B9460DB0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3FEEB3-34D1-5A5A-67E7-90BF39E7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071757-D36B-1CDD-E73D-EB1DE753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26F081-9857-F3F8-DBC2-9241C355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94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EEEE16-B220-BC66-BB42-07C1CE12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8BA7C5-3B45-7606-42DE-29DA6769A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AF054-66C8-33B9-0275-F94EB8A9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9444AF-EE7C-77DC-42CF-F2C54A40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316B66-9E3B-BE9A-9830-B4434CB1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93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0E024-78E6-DEDD-3A20-6A2E097B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EDEC06-1C3F-ADA1-1686-C415649D7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5250AE-C786-14A8-338E-9635786D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4AE3F0-420A-1005-B0B7-F16ED8D8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665CD2-A656-0A34-14B8-F70CF935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2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AA30E9-DB0C-DCE0-0210-9A4E386F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25993B-0D6B-FD00-6E8A-827FFF54A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FA9D29-E7B5-9AE8-497A-E6F2845AA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EAFF4F-61DE-4247-9D19-FEFB16AF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2150A8-B9A2-5AFB-A06D-2BEDE9F8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E709F-57C9-C504-9808-5C37FDA3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54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C4077-F194-6511-E35C-87892A78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12171F-2B30-A896-CBF9-A410CBA7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DED8AC-F5D8-3933-7542-F6E161494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379F1B-EE86-1382-7C8D-EE23E429A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859A28-BB14-228B-6386-CC245D580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F631C4-3466-C979-1AE4-0F365C3E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446074-1E9A-422C-EF8D-B085CA6E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0DAAF9-CED6-7A0C-0B30-6B763157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0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C566EC-45DA-0D64-859A-BE379665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32C926-0DFB-A967-AFDB-F5A793E5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14F149B-0A78-7846-65CB-F15D2279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5004B4-711F-2EB5-558D-38C4C2ED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9A40B2-5BAB-1525-4933-730F1708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502AB1-2686-CEE3-B090-7582FC92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C12820-18CA-5A97-31CC-350D1A17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27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7FDAB-6BE0-7767-2DF5-DE523AC5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25EAFC-15CA-81AE-7C3D-3C8DF176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3A2DEE-CA6D-EBE0-DDED-89958D656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BE6A4A-C37E-DD90-878A-40980309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286203-6338-0CDD-F654-71549BDA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37B8A4-D127-0F60-87B7-D3ACAC5D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49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197AA3-6D2B-75E6-B9D6-87CB332A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766BF8-FC9B-EEC1-CBB2-3E309A1FC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AABCA3-C73F-215E-6FEC-4CBC11D5B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08BFA3-4CAE-2A70-9118-0AAF35B6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56D794-0DAC-ECC6-CA99-D6B16C20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78B2D6-C339-6B1E-B4D1-BAC851D7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04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A20CE8-6A0D-C737-BC41-5E4BA4C9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1EC82B-985D-7E34-B528-031BBB10A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D72E1F-8603-8131-ADF1-A6100A12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9DE54C-F3A4-ABBF-86C2-D843B184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A843AA-044C-5FC7-59D0-3FC6BD3C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0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D513C8-7FC5-2F31-AAC1-935866EB3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A2F20D-2777-899C-F951-0085D2DFD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FD975C-A0FB-A405-7C75-A9329999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18188B-86BD-28D9-6E9E-3AB0C57E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B3BA07-5CDE-3FBF-ADCC-B5AE0876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71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07B98B-8B1C-2A1F-44B6-7FEFF595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C08E64-7551-3CC5-B637-6891D9D20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4888FF-A3E0-507E-DC0F-ECAE84E2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5E6DE-67D3-5A4C-89AB-61E9AF268D7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E82CAC-1CEF-681C-C15E-2E6034735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FD2C82-8834-A59A-1E6C-2F7B3D899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5CEE9-CE28-804D-8908-E6939350F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07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E9C65D2-F4B3-1B3F-6C61-90F0A07A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22" y="0"/>
            <a:ext cx="3311089" cy="3429000"/>
          </a:xfrm>
          <a:prstGeom prst="rect">
            <a:avLst/>
          </a:prstGeom>
        </p:spPr>
      </p:pic>
      <p:pic>
        <p:nvPicPr>
          <p:cNvPr id="15" name="図 1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C32AC9B-3EC3-BD8B-25B6-12EE96235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026" y="3429000"/>
            <a:ext cx="3289816" cy="3429000"/>
          </a:xfrm>
          <a:prstGeom prst="rect">
            <a:avLst/>
          </a:prstGeom>
        </p:spPr>
      </p:pic>
      <p:pic>
        <p:nvPicPr>
          <p:cNvPr id="17" name="図 1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9B24A05-B788-817E-7F6E-3754AED1E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299" y="0"/>
            <a:ext cx="3321150" cy="3429000"/>
          </a:xfrm>
          <a:prstGeom prst="rect">
            <a:avLst/>
          </a:prstGeom>
        </p:spPr>
      </p:pic>
      <p:pic>
        <p:nvPicPr>
          <p:cNvPr id="19" name="図 18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B0A995D-3A6D-89C8-CB26-237022093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20" y="3429000"/>
            <a:ext cx="3364606" cy="3429000"/>
          </a:xfrm>
          <a:prstGeom prst="rect">
            <a:avLst/>
          </a:prstGeom>
        </p:spPr>
      </p:pic>
      <p:pic>
        <p:nvPicPr>
          <p:cNvPr id="21" name="図 2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B0A3285-5607-41A5-EF64-5F4531F28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346502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7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26Y1AP02：岩下_熊本</dc:creator>
  <cp:lastModifiedBy>26Y1AP02：岩下_熊本</cp:lastModifiedBy>
  <cp:revision>1</cp:revision>
  <dcterms:created xsi:type="dcterms:W3CDTF">2026-05-12T02:24:14Z</dcterms:created>
  <dcterms:modified xsi:type="dcterms:W3CDTF">2026-05-12T02:30:28Z</dcterms:modified>
</cp:coreProperties>
</file>