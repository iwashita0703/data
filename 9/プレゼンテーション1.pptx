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92"/>
    <p:restoredTop sz="94658"/>
  </p:normalViewPr>
  <p:slideViewPr>
    <p:cSldViewPr snapToGrid="0">
      <p:cViewPr>
        <p:scale>
          <a:sx n="84" d="100"/>
          <a:sy n="84" d="100"/>
        </p:scale>
        <p:origin x="456" y="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1481DD-69F9-8075-39D4-B1D525A504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37C5EAA-EA34-D493-E3C4-B84C6CFE93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06822C4-F466-3EA7-8B84-05257F8DE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F7FB8-F869-A54C-B3DC-98FB5439F385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445010C-091D-A55F-C018-01A553E60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B8CF320-0E25-8E41-EECF-FFB5139FF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C88D1-BFC8-6F42-A52D-212D69C038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8393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E287B5-EBF2-258E-956E-6BB00C87D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746E10D-4F5E-213B-D897-38EA28268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10DD3B-0324-2D61-5661-0F1E563B0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F7FB8-F869-A54C-B3DC-98FB5439F385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8CF61F8-9D69-68A2-E113-D47191B28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AAD78DD-5842-D136-0F83-246F45365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C88D1-BFC8-6F42-A52D-212D69C038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5180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B98100-141D-73DC-4474-7680AF102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7EFD34D-7101-49A8-F1F5-8316984AE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AC42A5-42BB-42C1-E415-6353AA443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F7FB8-F869-A54C-B3DC-98FB5439F385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4C805CB-4229-160E-AC93-E930E59AF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9843E6A-C9D0-2583-6C11-7188925C5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C88D1-BFC8-6F42-A52D-212D69C038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5142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95FA7E-9391-CC16-D5CB-DA0F067AC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DE0B7A-DE2F-4BC9-D691-0B08A8DD22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B7455EC-2FE6-1710-8307-82E16FCCBD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A2D1199-8268-D6C5-2727-1E412A36A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F7FB8-F869-A54C-B3DC-98FB5439F385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5221DCA-FEEE-4556-4B46-18487EBCD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B92F1D7-B87F-2370-C09F-381291795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C88D1-BFC8-6F42-A52D-212D69C038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1673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30708F-1BCF-C5F8-A7F2-8DECAE18E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27B94A2-54EE-948A-B438-AD830CEF1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20BE19E-FC01-FD05-1DAE-A3B562DB5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D62698F-5A21-4E97-3421-91F253141D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AF4243D-1575-A536-3D66-1E8F51B280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B29F720-790C-1C5B-F621-780D1C221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F7FB8-F869-A54C-B3DC-98FB5439F385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51B55DC-24AB-97B3-8808-E6C95DCDF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BCB4021-30DB-7219-BB04-E91F02FE0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C88D1-BFC8-6F42-A52D-212D69C038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2057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886B2D-2C63-7D02-29EB-F96D3282E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E89BFAA-18F2-9707-7FC3-8893E1527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F7FB8-F869-A54C-B3DC-98FB5439F385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923F159-DB91-1CD4-82A6-14224C5FE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A3D42FB-25B1-B30E-712D-5F275E981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C88D1-BFC8-6F42-A52D-212D69C038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1844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7E991B1-815D-ED29-B623-5D711EABB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F7FB8-F869-A54C-B3DC-98FB5439F385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E924EAC-2E5B-4F52-C3C1-432297D58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DEDCF42-E078-8AA8-F971-E473D7DE2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C88D1-BFC8-6F42-A52D-212D69C038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7450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2B85C8-1563-B955-9217-FCB2BC1E9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3CD6BDB-28EC-BC2B-8EF8-CC6BC864E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2B563C2-015A-5A53-4714-D69CD2555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98A57A4-84F3-24C8-7A8C-BBC94215C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F7FB8-F869-A54C-B3DC-98FB5439F385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1F23514-2641-4808-3D6C-AE04C23D0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038DCE8-099E-232A-86FD-DDF81AD2C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C88D1-BFC8-6F42-A52D-212D69C038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9521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970CF6-63E9-05A7-BF62-8B0970A62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5A0342F-A056-7373-9B0C-E5BF9E0627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0255B8B-ADEC-A50D-C8D5-1AB7CB195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EE32803-2F59-F718-8FA4-A31DCC427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F7FB8-F869-A54C-B3DC-98FB5439F385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0982268-7304-CEDF-3C83-198B5724F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3F1457B-1667-2C5A-4DD5-DA6D974FF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C88D1-BFC8-6F42-A52D-212D69C038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6677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61C1D8-5840-5FAF-75E0-9D12E5687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CC3AE6D-71CC-2101-888F-3F4D875E64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D66700-0C3E-F393-1014-70E031896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F7FB8-F869-A54C-B3DC-98FB5439F385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7924882-C3C5-E755-ABA5-5C4ADE0B3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C496DB-CCC3-24A8-D28E-09399D0D3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C88D1-BFC8-6F42-A52D-212D69C038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7014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C57B383-D653-0EE2-C1B6-66800B88AA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43A210C-1473-DEC5-6C6B-24428ED4B7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44BA859-8B15-8138-7109-294A83A28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F7FB8-F869-A54C-B3DC-98FB5439F385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CE5139-14F9-FB00-D387-65D07352C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E7D43E9-8509-C11B-0FE3-BFEE88D73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C88D1-BFC8-6F42-A52D-212D69C038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857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0CCBF45-62FA-2235-4FED-7C45C98DD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1A071C8-4EE7-A4BA-38B2-F906C3E06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A619EB-310E-272D-4107-1926398FD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DF7FB8-F869-A54C-B3DC-98FB5439F385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0D590E-4A53-ED6E-AC9F-FAC60730D8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91CC9B-6620-D40D-D7EC-5DB7627DA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CC88D1-BFC8-6F42-A52D-212D69C038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0265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314378-6B1E-2F8E-45BB-78997EF223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604548" y="-1641451"/>
            <a:ext cx="10302852" cy="2387600"/>
          </a:xfrm>
        </p:spPr>
        <p:txBody>
          <a:bodyPr>
            <a:normAutofit/>
          </a:bodyPr>
          <a:lstStyle/>
          <a:p>
            <a:r>
              <a:rPr kumimoji="1" lang="ja-JP" altLang="en-US" sz="4000"/>
              <a:t>使った情報　高校種類ごとの就職率　</a:t>
            </a:r>
          </a:p>
        </p:txBody>
      </p:sp>
      <p:pic>
        <p:nvPicPr>
          <p:cNvPr id="5" name="図 4" descr="グラフ, 棒グラフ, ヒスト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C669F833-ECAB-4584-BADD-99F7C9A7C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58" y="3655046"/>
            <a:ext cx="4202220" cy="2801480"/>
          </a:xfrm>
          <a:prstGeom prst="rect">
            <a:avLst/>
          </a:prstGeom>
        </p:spPr>
      </p:pic>
      <p:pic>
        <p:nvPicPr>
          <p:cNvPr id="7" name="図 6" descr="アクセサリー, 傘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EF7C51A8-9F9E-A61F-EBC0-6F23570B5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899" y="1072989"/>
            <a:ext cx="4202220" cy="280148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825629B-794E-51F4-B0AA-629A07F9B403}"/>
              </a:ext>
            </a:extLst>
          </p:cNvPr>
          <p:cNvSpPr txBox="1"/>
          <p:nvPr/>
        </p:nvSpPr>
        <p:spPr>
          <a:xfrm>
            <a:off x="5201264" y="2434906"/>
            <a:ext cx="44706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考察：工業高校などの就職率が高いのはある程度分かっていたが、看護系の学校の就職率が極端に低いことがわかった。おそらくだが、看護系の専門学校にそのまま進学していると推測する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9D93526-7768-69E1-2A36-B172479F1961}"/>
              </a:ext>
            </a:extLst>
          </p:cNvPr>
          <p:cNvSpPr txBox="1"/>
          <p:nvPr/>
        </p:nvSpPr>
        <p:spPr>
          <a:xfrm>
            <a:off x="4961684" y="3874469"/>
            <a:ext cx="4470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以下ソースコード</a:t>
            </a:r>
          </a:p>
        </p:txBody>
      </p:sp>
      <p:pic>
        <p:nvPicPr>
          <p:cNvPr id="12" name="図 11" descr="コンピューター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67D06CAD-27D1-A6E2-945A-DB0BBFEE53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7884" y="4531818"/>
            <a:ext cx="3147341" cy="2046842"/>
          </a:xfrm>
          <a:prstGeom prst="rect">
            <a:avLst/>
          </a:prstGeom>
        </p:spPr>
      </p:pic>
      <p:pic>
        <p:nvPicPr>
          <p:cNvPr id="14" name="図 13" descr="コンピューター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F8BE5AE1-0A37-D50C-8AC5-A95EFDEA12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8841" y="4531818"/>
            <a:ext cx="3147340" cy="2046841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D4C82BA-F161-7EA3-03A4-0A5264206137}"/>
              </a:ext>
            </a:extLst>
          </p:cNvPr>
          <p:cNvSpPr txBox="1"/>
          <p:nvPr/>
        </p:nvSpPr>
        <p:spPr>
          <a:xfrm>
            <a:off x="6096000" y="665890"/>
            <a:ext cx="609600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ja-JP" sz="1050" dirty="0"/>
              <a:t>https://</a:t>
            </a:r>
            <a:r>
              <a:rPr lang="en" altLang="ja-JP" sz="1050" dirty="0" err="1"/>
              <a:t>www.e-stat.go.jp</a:t>
            </a:r>
            <a:r>
              <a:rPr lang="en" altLang="ja-JP" sz="1050" dirty="0"/>
              <a:t>/stat-search/</a:t>
            </a:r>
            <a:r>
              <a:rPr lang="en" altLang="ja-JP" sz="1050" dirty="0" err="1"/>
              <a:t>files?page</a:t>
            </a:r>
            <a:r>
              <a:rPr lang="en" altLang="ja-JP" sz="1050" dirty="0"/>
              <a:t>=1&amp;layout=</a:t>
            </a:r>
            <a:r>
              <a:rPr lang="en" altLang="ja-JP" sz="1050" dirty="0" err="1"/>
              <a:t>datalist&amp;toukei</a:t>
            </a:r>
            <a:r>
              <a:rPr lang="en" altLang="ja-JP" sz="1050" dirty="0"/>
              <a:t>=00400303&amp;tstat=000001017065&amp;cycle=0&amp;tclass1=000001239716&amp;tclass2=000001239717&amp;tclass3=000001239718&amp;tclass4val=0</a:t>
            </a:r>
            <a:endParaRPr kumimoji="1" lang="ja-JP" altLang="en-US" sz="105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D9A4701-B4A0-06AD-3200-647F3F1301CD}"/>
              </a:ext>
            </a:extLst>
          </p:cNvPr>
          <p:cNvSpPr txBox="1"/>
          <p:nvPr/>
        </p:nvSpPr>
        <p:spPr>
          <a:xfrm>
            <a:off x="5126943" y="76976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引用元：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69E5BF7-9FB4-C03A-D5AD-F92EED8383C9}"/>
              </a:ext>
            </a:extLst>
          </p:cNvPr>
          <p:cNvSpPr txBox="1"/>
          <p:nvPr/>
        </p:nvSpPr>
        <p:spPr>
          <a:xfrm>
            <a:off x="5201264" y="1500558"/>
            <a:ext cx="5967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選んだ理由：私たちは高専のため、高校生はどれくらいの割合の人が就職しているか気になったため</a:t>
            </a:r>
          </a:p>
        </p:txBody>
      </p:sp>
    </p:spTree>
    <p:extLst>
      <p:ext uri="{BB962C8B-B14F-4D97-AF65-F5344CB8AC3E}">
        <p14:creationId xmlns:p14="http://schemas.microsoft.com/office/powerpoint/2010/main" val="528343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128</Words>
  <Application>Microsoft Macintosh PowerPoint</Application>
  <PresentationFormat>ワイド画面</PresentationFormat>
  <Paragraphs>6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使った情報　高校種類ごとの就職率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26Y1AP02：岩下_熊本</dc:creator>
  <cp:lastModifiedBy>26Y1AP02：岩下_熊本</cp:lastModifiedBy>
  <cp:revision>1</cp:revision>
  <dcterms:created xsi:type="dcterms:W3CDTF">2026-05-28T02:27:39Z</dcterms:created>
  <dcterms:modified xsi:type="dcterms:W3CDTF">2026-05-28T02:43:02Z</dcterms:modified>
</cp:coreProperties>
</file>